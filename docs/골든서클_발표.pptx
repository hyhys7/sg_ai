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C6EF5"/>
                </a:solidFill>
                <a:latin typeface="Malgun Gothic"/>
              </a:rPr>
              <a:t>WHY — 왜 만드는가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B1F3B"/>
                </a:solidFill>
                <a:latin typeface="Malgun Gothic"/>
              </a:rPr>
              <a:t>먼저, 생각 (Think First)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1">
                <a:solidFill>
                  <a:srgbClr val="1B1F3B"/>
                </a:solidFill>
                <a:latin typeface="Malgun Gothic"/>
              </a:rPr>
              <a:t>●  문제의식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555555"/>
                </a:solidFill>
                <a:latin typeface="Malgun Gothic"/>
              </a:rPr>
              <a:t>     무언가 궁금할 때 바로 AI에게 묻는 것이 습관이 되면서,
스스로 생각해보는 힘과 의지가 점점 줄어들고 있다.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1B1F3B"/>
                </a:solidFill>
                <a:latin typeface="Malgun Gothic"/>
              </a:rPr>
              <a:t>●  우리가 막고 싶은 것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555555"/>
                </a:solidFill>
                <a:latin typeface="Malgun Gothic"/>
              </a:rPr>
              <a:t>     AI가 대신 생각해주는 게 아니라,
AI에게 묻기 전에 스스로 생각을 정리하는 습관을 되살리는 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55555"/>
                </a:solidFill>
                <a:latin typeface="Malgun Gothic"/>
              </a:rPr>
              <a:t>골든서클 프로젝트 · 1/3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C6EF5"/>
                </a:solidFill>
                <a:latin typeface="Malgun Gothic"/>
              </a:rPr>
              <a:t>WHAT — 무엇을 만들었는가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B1F3B"/>
                </a:solidFill>
                <a:latin typeface="Malgun Gothic"/>
              </a:rPr>
              <a:t>되묻기로 생각을 끌어내는 스킬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1">
                <a:solidFill>
                  <a:srgbClr val="1B1F3B"/>
                </a:solidFill>
                <a:latin typeface="Malgun Gothic"/>
              </a:rPr>
              <a:t>●  How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555555"/>
                </a:solidFill>
                <a:latin typeface="Malgun Gothic"/>
              </a:rPr>
              <a:t>     AI가 곧바로 답하지 않고, 질문 1개씩 되물으며
사용자가 스스로 상황과 생각을 구체화하도록 유도한다.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1B1F3B"/>
                </a:solidFill>
                <a:latin typeface="Malgun Gothic"/>
              </a:rPr>
              <a:t>●  What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555555"/>
                </a:solidFill>
                <a:latin typeface="Malgun Gothic"/>
              </a:rPr>
              <a:t>     Claude 위에서 동작하는 스킬 "think-first" (v0.11).
독립 웹서비스가 아니라 기존 AI에 얹는 방식으로 구현.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1B1F3B"/>
                </a:solidFill>
                <a:latin typeface="Malgun Gothic"/>
              </a:rPr>
              <a:t>●  왜 스킬인가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555555"/>
                </a:solidFill>
                <a:latin typeface="Malgun Gothic"/>
              </a:rPr>
              <a:t>     이미 Claude/GPT에 유사한 되묻기 접근이 존재함 —
새 프로덕트보다 기존 좋은 도구 위에 얹는 게 더 유용하다는 멘토 피드백을 반영.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55555"/>
                </a:solidFill>
                <a:latin typeface="Malgun Gothic"/>
              </a:rPr>
              <a:t>골든서클 프로젝트 · 2/3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C6EF5"/>
                </a:solidFill>
                <a:latin typeface="Malgun Gothic"/>
              </a:rPr>
              <a:t>결과 — 실제 동작과 배포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B1F3B"/>
                </a:solidFill>
                <a:latin typeface="Malgun Gothic"/>
              </a:rPr>
              <a:t>사용 흐름 &amp; 배포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1">
                <a:solidFill>
                  <a:srgbClr val="1B1F3B"/>
                </a:solidFill>
                <a:latin typeface="Malgun Gothic"/>
              </a:rPr>
              <a:t>●  사용 흐름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555555"/>
                </a:solidFill>
                <a:latin typeface="Malgun Gothic"/>
              </a:rPr>
              <a:t>     "피곤해" → "무엇 때문에 피곤한가요?" → 대화 반복
→ "답변 받아보기" → 내 생각 vs AI 답변 나란히 비교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1B1F3B"/>
                </a:solidFill>
                <a:latin typeface="Malgun Gothic"/>
              </a:rPr>
              <a:t>●  배포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555555"/>
                </a:solidFill>
                <a:latin typeface="Malgun Gothic"/>
              </a:rPr>
              <a:t>     GitHub 공개 레포(sg_ai)로 배포. 누구나 clone/pull로 최신 버전 수신(read-only),
owner만 push 권한 유지.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1B1F3B"/>
                </a:solidFill>
                <a:latin typeface="Malgun Gothic"/>
              </a:rPr>
              <a:t>●  누구나 사용 가능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555555"/>
                </a:solidFill>
                <a:latin typeface="Malgun Gothic"/>
              </a:rPr>
              <a:t>     Claude Code 사용자는 스킬로 설치, 그 외엔 복사-붙여넣기 프롬프트로
동일한 경험을 바로 사용 가능.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55555"/>
                </a:solidFill>
                <a:latin typeface="Malgun Gothic"/>
              </a:rPr>
              <a:t>골든서클 프로젝트 · 3/3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